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40542-536C-7C0A-99AA-5CF6CCBB4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6C8A32-E6D5-ADBF-DB58-E67EB9F26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B2F5AE-45E3-EB20-7829-231F7E36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538DB1-8AC9-EA95-0D47-83D664389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A3C50-EAA9-C949-DC03-4654CA3E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358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1C784-B6B1-908D-808D-27EA19C75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50E8A8-BD29-05D1-7E9E-A73733205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3E67C-32A4-9289-AA6B-8F335D8DB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BA80D-6D99-5739-36A2-FC3CB2CA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4A37A-FC07-2B7F-8D6E-8DA3C1752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674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E7CAE-32D0-8AB7-89BD-5D0774E03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9BB9EB-244F-5C78-BDAB-3E17BAC7A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7B8AE-B93F-F788-BC1C-2FD770A3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0F7989-F45C-FBEB-6E45-725871153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5B08F9-DFBD-E9BC-6863-56DDF68C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88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972B4-FEF4-F56F-984C-5D72B9DB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5C2DD-CCEA-941A-7EE0-4D9A82A4E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0D7630-A433-59A6-AB99-8BA4E8F6E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907A0A-3923-65B3-AA63-2C283CBC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EA7E35-45AF-52D2-3AA4-183FEA37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3D0A4D-1666-C95B-B6F3-353C9E73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5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E5A4B-8CB9-DBD2-3A2C-0F9E62980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520585-4647-BC94-6949-8828492C1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A21A9D-6B4E-60E4-8597-918FDFD56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18A466-3E9D-275E-39C2-3C9773D1E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F58A22-CF07-76BC-DA04-E80132768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FE7A29-CAE6-654B-4D39-94CBA246D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814D63-343F-95CF-EAB8-711B8E5C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E81B5B-DB7F-369A-B1FE-B39701CB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84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C888D-1D83-4ECA-87FD-65392FC9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46E469B-63E0-987F-9022-3C88C514D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EC86B6-7F4F-86D8-030D-04F58704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ADE22E-F505-A687-191D-460FD1A8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2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B35A6E-EEB7-C264-431E-C1CE21AB8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CC7E6E0-1DCA-242D-8EDB-883FDAFBE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C2481C-32B1-814F-4544-F242FD75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96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3AA72-106A-DC09-44B7-324CB5A31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F2D674-9B71-EE2E-979E-40F920A74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0433F8-8BF4-A065-678E-3E7C4C532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C0B896-F130-D398-316B-D38B7473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BD55D1-5694-6380-E5D2-B3C2DF39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B124B3-872B-51FD-A8A9-305ECF53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49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80D9F-7A50-280B-8E7C-AFB079D4F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557F84-F900-DCD2-A0A0-5C0CA958BA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99F36C-AC1A-5B7C-2A8E-749B44B84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B5D5A8-1A5A-DE86-B50B-2D95175E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359FB5-FC20-4E60-E77E-F1F6E7FC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C8B81A-954F-3823-8ECB-CDEA17E2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2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2C5D1E-3239-8C8F-4156-E0B1A2E82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8BAF86-C35E-B24D-95EE-2029DDDCD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D7B16-763E-F1CE-A14C-E81B58C63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D598B2-B04B-80B3-E1A1-F6E31635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81A08-7211-26A0-8121-230AA080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945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38BCAC-978E-E181-DA71-25A7C11C2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E5D38E-C290-8681-BD81-8C54460E4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8C26A5-63C4-EB2F-E151-31B7CEB59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DAC412-817D-A8FB-C18B-00426FC2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1B108-542B-9DF0-4C1F-A4AB5DC4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33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0ADA9D-9B6D-D5CB-657D-F7DA0C00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DFD0EE-D8F4-4EA6-0A0D-CBD6AE760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D66358-2B24-3D93-37CA-46CA3C753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1C2D9-B304-4F9A-9C73-A6A1B44AE055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9B4727-9A9A-BF7E-4471-9FB6EB32B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72A5BE-D422-FFB5-F818-921B6BDF7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71FB0-C217-401E-B87B-0BF6BBB69A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208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649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진하 김</dc:creator>
  <cp:lastModifiedBy>진하 김</cp:lastModifiedBy>
  <cp:revision>1</cp:revision>
  <dcterms:created xsi:type="dcterms:W3CDTF">2026-01-05T18:48:02Z</dcterms:created>
  <dcterms:modified xsi:type="dcterms:W3CDTF">2026-01-05T18:49:02Z</dcterms:modified>
</cp:coreProperties>
</file>